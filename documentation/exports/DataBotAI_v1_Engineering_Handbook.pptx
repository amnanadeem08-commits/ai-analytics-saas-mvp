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Bot AI v1.0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Handbook · Portfolio · Learning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Handbook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 Executive Summary</a:t>
            </a:r>
          </a:p>
          <a:p>
            <a:r>
              <a:t>02 Architecture</a:t>
            </a:r>
          </a:p>
          <a:p>
            <a:r>
              <a:t>03 Folders</a:t>
            </a:r>
          </a:p>
          <a:p>
            <a:r>
              <a:t>04 Workflows</a:t>
            </a:r>
          </a:p>
          <a:p>
            <a:r>
              <a:t>05 Data Science</a:t>
            </a:r>
          </a:p>
          <a:p>
            <a:r>
              <a:t>06 Statistics</a:t>
            </a:r>
          </a:p>
          <a:p>
            <a:r>
              <a:t>07 Power BI Mapping</a:t>
            </a:r>
          </a:p>
          <a:p>
            <a:r>
              <a:t>08 AI Handbook</a:t>
            </a:r>
          </a:p>
          <a:p>
            <a:r>
              <a:t>09 API</a:t>
            </a:r>
          </a:p>
          <a:p>
            <a:r>
              <a:t>10 Database</a:t>
            </a:r>
          </a:p>
          <a:p>
            <a:r>
              <a:t>11 Frontend</a:t>
            </a:r>
          </a:p>
          <a:p>
            <a:r>
              <a:t>12 Pictorial Evidence</a:t>
            </a:r>
          </a:p>
          <a:p>
            <a:r>
              <a:t>13 Testing (634 passed @ release)</a:t>
            </a:r>
          </a:p>
          <a:p>
            <a:r>
              <a:t>14 Sprints</a:t>
            </a:r>
          </a:p>
          <a:p>
            <a:r>
              <a:t>15 Learning</a:t>
            </a:r>
          </a:p>
          <a:p>
            <a:r>
              <a:t>16 Interview</a:t>
            </a:r>
          </a:p>
          <a:p>
            <a:r>
              <a:t>17 Portfolio</a:t>
            </a:r>
          </a:p>
          <a:p>
            <a:r>
              <a:t>18 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**Official documentation package** for Data Bot AI version **1.0.0**.</a:t>
            </a:r>
          </a:p>
          <a:p>
            <a:r>
              <a:t>This handbook is simultaneously:</a:t>
            </a:r>
          </a:p>
          <a:p>
            <a:r>
              <a:t>1. Start with [01 Executive Summary](01_executive_summary/README.md)</a:t>
            </a:r>
          </a:p>
          <a:p>
            <a:r>
              <a:t>2. Study [02 Architecture](02_architecture/README.md)</a:t>
            </a:r>
          </a:p>
          <a:p>
            <a:r>
              <a:t>3. Drill into folders, workflows, API, frontend as needed</a:t>
            </a:r>
          </a:p>
          <a:p>
            <a:r>
              <a:t>4. Use Learning / Interview / Portfolio sections for career prep</a:t>
            </a:r>
          </a:p>
          <a:p>
            <a:r>
              <a:t>See [20 Standards](20_standards/README.md).</a:t>
            </a:r>
          </a:p>
          <a:p>
            <a:r>
              <a:t>**Rule:** Never invent features. Items not confirmed in the repository are labeled **Not verified**.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Bot AI (repository product name: **AI Analytics SaaS MVP**) is a **local-first analytics and AI analyst platform**. Users upload CSV/Excel datasets, explore KPIs and charts, r</a:t>
            </a:r>
          </a:p>
          <a:p>
            <a:r>
              <a:t>**Verified version:** `1.0.0` (`backend/core/config.py`, GitHub tag `v1.0.0`).</a:t>
            </a:r>
          </a:p>
          <a:p>
            <a:r>
              <a:t>Organizations need a single place to:</a:t>
            </a:r>
          </a:p>
          <a:p>
            <a:r>
              <a:t>1. Ingest tabular business data without a heavy BI stack</a:t>
            </a:r>
          </a:p>
          <a:p>
            <a:r>
              <a:t>2. Produce dashboards, KPIs, and executive narratives quickly</a:t>
            </a:r>
          </a:p>
          <a:p>
            <a:r>
              <a:t>3. Ask questions in natural language with governed AI workflows</a:t>
            </a:r>
          </a:p>
          <a:p>
            <a:r>
              <a:t>4. Keep multi-tenant identity, storage, jobs, and observability in one product</a:t>
            </a:r>
          </a:p>
          <a:p>
            <a:r>
              <a:t>- Dataset upload (CSV/XLSX), cleaning, profiling, analytics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flowchart TB</a:t>
            </a:r>
          </a:p>
          <a:p>
            <a:r>
              <a:t>subgraph Presentation</a:t>
            </a:r>
          </a:p>
          <a:p>
            <a:r>
              <a:t>ST[Streamlit pages + clients]</a:t>
            </a:r>
          </a:p>
          <a:p>
            <a:r>
              <a:t>end</a:t>
            </a:r>
          </a:p>
          <a:p>
            <a:r>
              <a:t>subgraph API</a:t>
            </a:r>
          </a:p>
          <a:p>
            <a:r>
              <a:t>R[Route modules]</a:t>
            </a:r>
          </a:p>
          <a:p>
            <a:r>
              <a:t>MW[Middleware: CORS GZip Security RateLimit CSRF Monitoring Auth]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`backend/services/` for the full list of 89 `*_service.py` files spanning analytics, AI, forecast, commercial, and platform domains.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folders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Keep business logic in services, not routes</a:t>
            </a:r>
          </a:p>
          <a:p>
            <a:r>
              <a:t>- Prefer repository interfaces for persistence</a:t>
            </a:r>
          </a:p>
          <a:p>
            <a:r>
              <a:t>- Paginate list endpoints (`performance.pagination`)</a:t>
            </a:r>
          </a:p>
          <a:p>
            <a:r>
              <a:t>- Do not commit secrets or `data/*.db`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sequenceDiagram</a:t>
            </a:r>
          </a:p>
          <a:p>
            <a:r>
              <a:t>participant U as User/UI</a:t>
            </a:r>
          </a:p>
          <a:p>
            <a:r>
              <a:t>participant API as POST /upload</a:t>
            </a:r>
          </a:p>
          <a:p>
            <a:r>
              <a:t>participant US as upload_service</a:t>
            </a:r>
          </a:p>
          <a:p>
            <a:r>
              <a:t>participant DS as dataset_service</a:t>
            </a:r>
          </a:p>
          <a:p>
            <a:r>
              <a:t>participant ST as storage (optional)</a:t>
            </a:r>
          </a:p>
          <a:p>
            <a:r>
              <a:t>U-&gt;&gt;API: CSV/XLSX multipart</a:t>
            </a:r>
          </a:p>
          <a:p>
            <a:r>
              <a:t>API-&gt;&gt;US: validate +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chapter explains Data Bot AI from a data-science lens using **verified** product surfaces.</a:t>
            </a:r>
          </a:p>
          <a:p>
            <a:r>
              <a:t>- **Why:** Raw CSV/Excel contains nulls, duplicates, type noise</a:t>
            </a:r>
          </a:p>
          <a:p>
            <a:r>
              <a:t>- **Where:** `data_cleaning_service`, processing `data_cleaner`, UI Data Cleaning</a:t>
            </a:r>
          </a:p>
          <a:p>
            <a:r>
              <a:t>- **Business value:** Trustworthy KPIs and charts</a:t>
            </a:r>
          </a:p>
          <a:p>
            <a:r>
              <a:t>- **Limitation:** Pandas `object` dtype warnings documented in KI-008</a:t>
            </a:r>
          </a:p>
          <a:p>
            <a:r>
              <a:t>- Overview endpoints on datasets: row/column counts, column groups (numeric/categorical), missingness, preview</a:t>
            </a:r>
          </a:p>
          <a:p>
            <a:r>
              <a:t>- Services: `overview_service`, `data_profiler`, `schema_service`, `column_detector`</a:t>
            </a:r>
          </a:p>
          <a:p>
            <a:r>
              <a:t>- `kpi_service`, dashboard KPI cards with sparklines, reasons, recommended actions (verified in dataset phase tests historically)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Concepts commonly used by analytics platforms like Data Bot AI. Where the repo uses them is noted; otherwise labeled **general teaching**.</a:t>
            </a:r>
          </a:p>
          <a:p>
            <a:r>
              <a:t>1. Mean vs median when outliers exist?</a:t>
            </a:r>
          </a:p>
          <a:p>
            <a:r>
              <a:t>2. What does correlation not imply?</a:t>
            </a:r>
          </a:p>
          <a:p>
            <a:r>
              <a:t>3. How would you detect outliers before KPI calculation?</a:t>
            </a:r>
          </a:p>
          <a:p>
            <a:r>
              <a:t>4. Which error metric for forecasting revenue?</a:t>
            </a:r>
          </a:p>
          <a:p>
            <a:r>
              <a:t>- Power BI: DAX `AVERAGE`, `MEDIAN`, `STDEV.P`, visuals</a:t>
            </a:r>
          </a:p>
          <a:p>
            <a:r>
              <a:t>- Python: `pandas` describe/corr; used heavily in backend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BI: `Total Sales = SUM(Sales[Amount])`</a:t>
            </a:r>
          </a:p>
          <a:p>
            <a:r>
              <a:t>Data Bot AI: dashboard KPI cards derived from dataset analytics services after upload.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**LLM** answers in natural language. Data Bot AI wraps LLMs with **planning**, **tools**, **memory**, **RAG**, and **evaluation** so answers stay closer to business data.</a:t>
            </a:r>
          </a:p>
          <a:p>
            <a:r>
              <a:t>flowchart TB</a:t>
            </a:r>
          </a:p>
          <a:p>
            <a:r>
              <a:t>Q[User query] --&gt; P[planning_service]</a:t>
            </a:r>
          </a:p>
          <a:p>
            <a:r>
              <a:t>P --&gt; T[tool_selection + tool_registry]</a:t>
            </a:r>
          </a:p>
          <a:p>
            <a:r>
              <a:t>T --&gt; A[agent_service / analyst runtime]</a:t>
            </a:r>
          </a:p>
          <a:p>
            <a:r>
              <a:t>A --&gt; M[memory_service]</a:t>
            </a:r>
          </a:p>
          <a:p>
            <a:r>
              <a:t>A --&gt; R[rag_service + embeddings + vector_store]</a:t>
            </a:r>
          </a:p>
          <a:p>
            <a:r>
              <a:t>A --&gt; L[llm_service + providers]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application: FastAPI (`backend/main.py`).</a:t>
            </a:r>
          </a:p>
          <a:p>
            <a:r>
              <a:t>Legacy product routes often lack `/api/v1` prefix; platform routes use `/api/v1`.</a:t>
            </a:r>
          </a:p>
          <a:p>
            <a:r>
              <a:t>OpenAPI UI: `/docs` when server is running (**verified FastAPI default**).</a:t>
            </a:r>
          </a:p>
          <a:p>
            <a:r>
              <a:t>- Register/login under `/api/v1/auth`</a:t>
            </a:r>
          </a:p>
          <a:p>
            <a:r>
              <a:t>- Send `Authorization: Bearer &lt;access_token&gt;` for protected routes</a:t>
            </a:r>
          </a:p>
          <a:p>
            <a:r>
              <a:t>- CSRF optional via `CSRF_ENABLED` + `X-CSRF-Token`</a:t>
            </a:r>
          </a:p>
          <a:p>
            <a:r>
              <a:t>- `GET` `/api/v1/admin/dashboard`</a:t>
            </a:r>
          </a:p>
          <a:p>
            <a:r>
              <a:t>- `GET` `/api/v1/admin/statistics`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erDiagram</a:t>
            </a:r>
          </a:p>
          <a:p>
            <a:r>
              <a:t>USER ||--o{ SESSION : has</a:t>
            </a:r>
          </a:p>
          <a:p>
            <a:r>
              <a:t>USER ||--o{ ORG_MEMBER : joins</a:t>
            </a:r>
          </a:p>
          <a:p>
            <a:r>
              <a:t>ORGANIZATION ||--o{ WORKSPACE : contains</a:t>
            </a:r>
          </a:p>
          <a:p>
            <a:r>
              <a:t>ORGANIZATION ||--o{ ORG_MEMBER : has</a:t>
            </a:r>
          </a:p>
          <a:p>
            <a:r>
              <a:t>ROLE ||--o{ ROLE_ASSIGNMENT : granted</a:t>
            </a:r>
          </a:p>
          <a:p>
            <a:r>
              <a:t>USER ||--o{ ROLE_ASSIGNMENT : receives</a:t>
            </a:r>
          </a:p>
          <a:p>
            <a:r>
              <a:t>PERMISSION ||--o{ ROLE : includes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`frontend/streamlit_app.py` defines `_NAV_GROUPS`:</a:t>
            </a:r>
          </a:p>
          <a:p>
            <a:r>
              <a:t>1. Home</a:t>
            </a:r>
          </a:p>
          <a:p>
            <a:r>
              <a:t>2. AI Workspace (Analyst, Dataset Manager, Workflow, Knowledge, Evaluation, Sessions, Jobs, Storage…)</a:t>
            </a:r>
          </a:p>
          <a:p>
            <a:r>
              <a:t>3. Data (Upload, Cleaning, Preview)</a:t>
            </a:r>
          </a:p>
          <a:p>
            <a:r>
              <a:t>4. Analytics (Dashboard, Charts, Business Analysis, Pivot, Studio)</a:t>
            </a:r>
          </a:p>
          <a:p>
            <a:r>
              <a:t>5. AI Legacy (Chat, Insights)</a:t>
            </a:r>
          </a:p>
          <a:p>
            <a:r>
              <a:t>6. Reports (Reports, Storyboard, Location)</a:t>
            </a:r>
          </a:p>
          <a:p>
            <a:r>
              <a:t>7. Advanced (SQL Lab, DAX, Settings)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pictorial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UI screenshots were **not captured in this documentation generation run** (headless Streamlit screenshot automation: **Not verified** in repo tooling).</a:t>
            </a:r>
          </a:p>
          <a:p>
            <a:r>
              <a:t>For each item: capture PNG into `documentation/assets/screenshots/`.</a:t>
            </a:r>
          </a:p>
          <a:p>
            <a:r>
              <a:t>&gt; **Figure X — {Title}.** Captured from Data Bot AI v1.0.0 Streamlit UI. Demonstrates {Purpose}.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flowchart TB</a:t>
            </a:r>
          </a:p>
          <a:p>
            <a:r>
              <a:t>L[Load / stress - tests/load]</a:t>
            </a:r>
          </a:p>
          <a:p>
            <a:r>
              <a:t>S[Security / reliability / performance]</a:t>
            </a:r>
          </a:p>
          <a:p>
            <a:r>
              <a:t>I[API + integration TestClient]</a:t>
            </a:r>
          </a:p>
          <a:p>
            <a:r>
              <a:t>U[Unit service/model tests]</a:t>
            </a:r>
          </a:p>
          <a:p>
            <a:r>
              <a:t>L --- S --- I --- U</a:t>
            </a:r>
          </a:p>
          <a:p>
            <a:r>
              <a:t>Prevents regressions across a large service surface (~89 services) and supports the v1.0 production claim with measurable evidence.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sprints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 Sprint numbering below follows product history referenced in code comments and release docs. Exact calendar dates: **Not verified**.</a:t>
            </a:r>
          </a:p>
          <a:p>
            <a:r>
              <a:t>- Keep services behind interfaces (repos, storage, queue) for swap-outs</a:t>
            </a:r>
          </a:p>
          <a:p>
            <a:r>
              <a:t>- In-memory MVP stores ship faster but must be documented as limitations</a:t>
            </a:r>
          </a:p>
          <a:p>
            <a:r>
              <a:t>- Release gates (tests + E2E + checklists) beat feature count for production trust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Progression path using this repository as the lab.</a:t>
            </a:r>
          </a:p>
          <a:p>
            <a:r>
              <a:t>1. Python + pandas on `data/samples/sample_sales_data.csv`</a:t>
            </a:r>
          </a:p>
          <a:p>
            <a:r>
              <a:t>2. Run FastAPI + hit `/health`</a:t>
            </a:r>
          </a:p>
          <a:p>
            <a:r>
              <a:t>3. Run Streamlit and upload a dataset</a:t>
            </a:r>
          </a:p>
          <a:p>
            <a:r>
              <a:t>4. Read `backend/main.py` router list</a:t>
            </a:r>
          </a:p>
          <a:p>
            <a:r>
              <a:t>1. FastAPI routes → services pattern</a:t>
            </a:r>
          </a:p>
          <a:p>
            <a:r>
              <a:t>2. JWT auth flow (`auth_service` + security)</a:t>
            </a:r>
          </a:p>
          <a:p>
            <a:r>
              <a:t>3. SQLAlchemy session + Alembic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**Situation:** Need a local-first AI analytics SaaS MVP.</a:t>
            </a:r>
          </a:p>
          <a:p>
            <a:r>
              <a:t>**Task:** Deliver upload→insights→AI analyst→platform ops through v1.0.</a:t>
            </a:r>
          </a:p>
          <a:p>
            <a:r>
              <a:t>**Action:** Layered FastAPI/Streamlit architecture with tests and hardening.</a:t>
            </a:r>
          </a:p>
          <a:p>
            <a:r>
              <a:t>**Result:** Tagged `v1.0.0` with 634 passing tests and documented limitations.</a:t>
            </a:r>
          </a:p>
          <a:p>
            <a:r>
              <a:t>**Q:** How is multi-tenancy handled?</a:t>
            </a:r>
          </a:p>
          <a:p>
            <a:r>
              <a:t>**A:** Organizations and workspaces with RBAC evaluation (`rbac_service.evaluate_access` / `has_permission`).</a:t>
            </a:r>
          </a:p>
          <a:p>
            <a:r>
              <a:t>**Q:** Where is middleware configured?</a:t>
            </a:r>
          </a:p>
          <a:p>
            <a:r>
              <a:t>**A:** `backend/main.py` — CORS, GZip, security headers, rate limit, CSRF, monitoring, auth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