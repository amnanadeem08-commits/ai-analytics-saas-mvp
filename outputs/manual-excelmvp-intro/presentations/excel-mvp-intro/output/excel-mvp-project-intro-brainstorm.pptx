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87ad0387c74b6f" /><Relationship Type="http://schemas.openxmlformats.org/officeDocument/2006/relationships/extended-properties" Target="/docProps/app.xml" Id="Rcedceecac55649ba" /><Relationship Type="http://schemas.openxmlformats.org/officeDocument/2006/relationships/officeDocument" Target="/ppt/presentation.xml" Id="Rd7fbc4840f454c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79b623e43e469a"/>
  </p:sldMasterIdLst>
  <p:notesMasterIdLst>
    <p:notesMasterId xmlns:r="http://schemas.openxmlformats.org/officeDocument/2006/relationships" r:id="R69912fc452a04432"/>
  </p:notesMasterIdLst>
  <p:sldIdLst>
    <p:sldId xmlns:r="http://schemas.openxmlformats.org/officeDocument/2006/relationships" id="256" r:id="R34d9e811d3fb4d09"/>
    <p:sldId xmlns:r="http://schemas.openxmlformats.org/officeDocument/2006/relationships" id="257" r:id="R2722739fca114893"/>
    <p:sldId xmlns:r="http://schemas.openxmlformats.org/officeDocument/2006/relationships" id="258" r:id="R13f47130fb4c4af9"/>
    <p:sldId xmlns:r="http://schemas.openxmlformats.org/officeDocument/2006/relationships" id="259" r:id="R43caa688d49f47e3"/>
    <p:sldId xmlns:r="http://schemas.openxmlformats.org/officeDocument/2006/relationships" id="260" r:id="R28ed5011dd9d4fc6"/>
    <p:sldId xmlns:r="http://schemas.openxmlformats.org/officeDocument/2006/relationships" id="261" r:id="Rb09dcbf029ab411a"/>
    <p:sldId xmlns:r="http://schemas.openxmlformats.org/officeDocument/2006/relationships" id="262" r:id="Rc8260b7986fb4cbc"/>
    <p:sldId xmlns:r="http://schemas.openxmlformats.org/officeDocument/2006/relationships" id="263" r:id="Rc906921ef22141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323e36b4940c2" /><Relationship Type="http://schemas.openxmlformats.org/officeDocument/2006/relationships/slideMaster" Target="/ppt/slideMasters/slideMaster1.xml" Id="R4179b623e43e469a" /><Relationship Type="http://schemas.openxmlformats.org/officeDocument/2006/relationships/notesMaster" Target="/ppt/notesMasters/notesMaster1.xml" Id="R69912fc452a04432" /><Relationship Type="http://schemas.openxmlformats.org/officeDocument/2006/relationships/presProps" Target="/ppt/presProps.xml" Id="R4d2ec0ed3ac44c00" /><Relationship Type="http://schemas.openxmlformats.org/officeDocument/2006/relationships/viewProps" Target="/ppt/viewProps.xml" Id="R57cc84574cd54cfc" /><Relationship Type="http://schemas.openxmlformats.org/officeDocument/2006/relationships/tableStyles" Target="/ppt/tableStyles.xml" Id="R6f5f3cb8822742d0" /><Relationship Type="http://schemas.openxmlformats.org/officeDocument/2006/relationships/slide" Target="/ppt/slides/slide1.xml" Id="R34d9e811d3fb4d09" /><Relationship Type="http://schemas.openxmlformats.org/officeDocument/2006/relationships/slide" Target="/ppt/slides/slide2.xml" Id="R2722739fca114893" /><Relationship Type="http://schemas.openxmlformats.org/officeDocument/2006/relationships/slide" Target="/ppt/slides/slide3.xml" Id="R13f47130fb4c4af9" /><Relationship Type="http://schemas.openxmlformats.org/officeDocument/2006/relationships/slide" Target="/ppt/slides/slide4.xml" Id="R43caa688d49f47e3" /><Relationship Type="http://schemas.openxmlformats.org/officeDocument/2006/relationships/slide" Target="/ppt/slides/slide5.xml" Id="R28ed5011dd9d4fc6" /><Relationship Type="http://schemas.openxmlformats.org/officeDocument/2006/relationships/slide" Target="/ppt/slides/slide6.xml" Id="Rb09dcbf029ab411a" /><Relationship Type="http://schemas.openxmlformats.org/officeDocument/2006/relationships/slide" Target="/ppt/slides/slide7.xml" Id="Rc8260b7986fb4cbc" /><Relationship Type="http://schemas.openxmlformats.org/officeDocument/2006/relationships/slide" Target="/ppt/slides/slide8.xml" Id="Rc906921ef22141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adaf511088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27460eea9e4555" /><Relationship Type="http://schemas.openxmlformats.org/officeDocument/2006/relationships/notesMaster" Target="/ppt/notesMasters/notesMaster1.xml" Id="R709606d88697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df6d9d07074d21" /><Relationship Type="http://schemas.openxmlformats.org/officeDocument/2006/relationships/notesMaster" Target="/ppt/notesMasters/notesMaster1.xml" Id="Rd6a71c4d7a6b4c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f80a75a074642" /><Relationship Type="http://schemas.openxmlformats.org/officeDocument/2006/relationships/notesMaster" Target="/ppt/notesMasters/notesMaster1.xml" Id="R9ee77cec8cd5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3b02c4d97544ce" /><Relationship Type="http://schemas.openxmlformats.org/officeDocument/2006/relationships/notesMaster" Target="/ppt/notesMasters/notesMaster1.xml" Id="R587c610b365448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67b8a37ed40e8" /><Relationship Type="http://schemas.openxmlformats.org/officeDocument/2006/relationships/notesMaster" Target="/ppt/notesMasters/notesMaster1.xml" Id="R71b8d318cef54c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788d5a353d4be4" /><Relationship Type="http://schemas.openxmlformats.org/officeDocument/2006/relationships/notesMaster" Target="/ppt/notesMasters/notesMaster1.xml" Id="Re8a93ca7508c41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b0c905f47a41ef" /><Relationship Type="http://schemas.openxmlformats.org/officeDocument/2006/relationships/notesMaster" Target="/ppt/notesMasters/notesMaster1.xml" Id="R5e4f4e4ac728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24960f8b724dae" /><Relationship Type="http://schemas.openxmlformats.org/officeDocument/2006/relationships/notesMaster" Target="/ppt/notesMasters/notesMaster1.xml" Id="R13b3fe3a215c46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1d32aafd24a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e65c432bcd4f4e" /><Relationship Type="http://schemas.openxmlformats.org/officeDocument/2006/relationships/slideLayout" Target="/ppt/slideLayouts/slideLayout1.xml" Id="R232401bda6e745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2401bda6e745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53ab21e984c1e" /><Relationship Type="http://schemas.openxmlformats.org/officeDocument/2006/relationships/notesSlide" Target="/ppt/notesSlides/notesSlide1.xml" Id="R41e2e0f8c2c541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f2607c3054881" /><Relationship Type="http://schemas.openxmlformats.org/officeDocument/2006/relationships/notesSlide" Target="/ppt/notesSlides/notesSlide2.xml" Id="R36332e3802ac40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beea159d34dc2" /><Relationship Type="http://schemas.openxmlformats.org/officeDocument/2006/relationships/notesSlide" Target="/ppt/notesSlides/notesSlide3.xml" Id="R8b8f25dc4a88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94a5e6fa4aac" /><Relationship Type="http://schemas.openxmlformats.org/officeDocument/2006/relationships/notesSlide" Target="/ppt/notesSlides/notesSlide4.xml" Id="Rcf5fd4b7940449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007fa16534403" /><Relationship Type="http://schemas.openxmlformats.org/officeDocument/2006/relationships/notesSlide" Target="/ppt/notesSlides/notesSlide5.xml" Id="R6423f01dc8aa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b3f3a8144e65" /><Relationship Type="http://schemas.openxmlformats.org/officeDocument/2006/relationships/notesSlide" Target="/ppt/notesSlides/notesSlide6.xml" Id="Rf09b6d49a78646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e54cd2b534bf9" /><Relationship Type="http://schemas.openxmlformats.org/officeDocument/2006/relationships/notesSlide" Target="/ppt/notesSlides/notesSlide7.xml" Id="R0790c85562d743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e5856e7de488f" /><Relationship Type="http://schemas.openxmlformats.org/officeDocument/2006/relationships/notesSlide" Target="/ppt/notesSlides/notesSlide8.xml" Id="R79c73c388b224f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5F63B6-BB3A-44CD-9486-4BF023C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CD252-B157-4029-8C35-2D52CED2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09C33-8055-46CC-8154-5ABA0888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66750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Upload to dashboard to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C3E6D-C0E0-4F0B-97B1-3C79B8A4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t>ExcelMVP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DA1F0-4005-4F12-ADCE-32B5D191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AI-assisted Excel automation for pivots, dashboards, and client-ready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4369D-CFD3-4C17-A5F6-57AD762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581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A working Streamlit product that turns messy spreadsheets into cleaned data, automated KPI summaries, interactive charts, AI-style insights, and exportable client deliverables.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05299-D11B-4FF8-9055-996CB829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Streamlit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C6A64-B945-4F01-87E3-27416585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29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Pandas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B41C9-F86A-479C-B3C7-2953C9B7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291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Plotly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7B692-A730-4384-9CEC-69A8BF2C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AI Insights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1587F-E45E-48A9-972B-5CCB0A39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876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7E3E8-F294-482B-8759-2E29124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t>core modules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DDADD-7380-4891-B0E5-75BDFB6F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876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B18E-296D-4304-A83C-41A96F1C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t>build phases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49CE6-395E-4A73-A97B-67AD3AC7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81250"/>
            <a:ext cx="876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7096C-579B-4DA0-8799-2A25F4C5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7180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t>export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28D2C-503B-4E76-AE32-4CCB7091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Intro to project, working model, and brainstorming roadmap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1E4FF-9AB7-4F05-BDBC-BD5C6416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D:\excelMVP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7D7DC-3074-4904-9944-9E41C5D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0540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78782-DFB6-4186-8113-5A98D19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CC114-CCD5-444D-B84D-3B5127D1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8CF6C-B344-4BF5-BED9-D623225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MANUAL PAIN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81747-19B7-4673-91F9-EE340375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t>Spreadsheet reporting repeats the same hidden labor.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A19C9-42B2-41E2-8A84-F0704E67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ExcelMVP packages the repeatable work into one guided analytics 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C0F25-7DF3-426B-850A-2FB4AA7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57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F46B1-0FA8-4CF6-AB54-69951AD2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57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0D8A4-6DB1-4006-8878-31EF6057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AB85E-01A8-4EF6-AAF1-D45F5E20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C5FD9-F663-4D42-9E49-2BB273D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1. Open file and fix headers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4CDE3-C964-43BC-AC0B-EF1A515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2. Clean missing values by hand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EC587-80AE-43C1-B47A-821FCAB6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3. Build pivots and charts manually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FC5A9-7062-4404-926C-B5670BEF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4. Copy screenshots into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C7655-4E91-4DCE-BC69-5E917256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5. Rewrite the same business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FDDD0-4AB7-4948-84D5-446818B6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956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1. Upload Excel or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59AF7-8BA3-4DF5-8D07-5FB46F31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2. Clean and detect fields automatically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2DFBE-EF02-4881-9946-41D9BC8B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81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3. Generate pivots, KPIs, and charts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D8749-031A-471E-9A7D-64860F5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4. Review AI-style insights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E98C3-0442-4BD1-AF67-960946B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67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5. Export Excel, PDF, and PowerPoint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E2F8A-CDAE-4DD9-895D-0E92B4C5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turns into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4F17F-86DB-4186-A6E5-40A966D7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899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Client value: faster turnaround, less manual error, and a repeatable workflow for monthly reporting jobs.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96309-2D78-42E8-9ABD-5F86700A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ExcelMVP project intro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E70CE-77F1-4D74-AFB6-CBD8AD2B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4906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A6639-67AA-4E5F-AAE5-6B4695F1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B36C2-2798-4010-8739-F9CAC49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065B7-67A5-4CB5-9C15-716C2BD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WORKING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C79AA-A8E2-4B74-BBBC-8B726211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t>The product is a pipeline, not a pile of scripts.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A7817-AB30-4183-BD82-03EB6CC4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Each module owns a clear step from raw file to client deliverable.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C41B5-C95F-48EB-ADF4-BAFD1F2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0E143-8D9B-4239-8894-5CF09DD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0E9FE-E7E6-4042-AE2F-59A69C0B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6E7D0-39D5-424B-90AB-B3E9799C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Excel, CSV, multi-sheet workbook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B74F1-2869-4979-8075-A5B666F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0FE9F-FBE3-4D77-A2C6-85718D84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AF746-8DF7-4C00-B806-D324E186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E5027-8A49-450D-A3B1-B192EBB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8EEEB-FA4A-49CF-A22A-715CBEC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headers, missing values, types, outliers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E9A5B-2546-445F-9D06-EED40E13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8B0A1-42FD-46D7-9BE7-CF7E3D7D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194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E9EB-2C91-40BB-88AD-3A887727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194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DAA1B-CE47-42E4-908A-E912E71F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Analyze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256F7-6082-46D6-A945-13358372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KPIs, growth, correlations, pivots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9EC40-8E8C-408F-BE47-87642D13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FF3AA-5835-4D22-ADD5-E82DCB4E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194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D8BB6-05A2-47C5-AF01-6AC3341A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194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91BA6-7BA8-4178-B7F0-3780C1DB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4F5A2-107E-486F-BF58-EE986895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filters, theme, charts, AI brief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83651-C86E-44E0-851A-7ACBA188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671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88537-7C11-4203-88C7-11A8C85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194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98666-4F22-49DD-824A-26F6A3D6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194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0B03E-BE4F-454D-8821-BBDDF7EF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527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Export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32F07-7BAD-4222-8E2C-E7D69D5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Excel, CSV, PDF, PowerPoint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3CD47-BDCD-4391-B5F3-4E4C260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Result: a freelancer-friendly analytics system that can be reused across sales, finance, HR, inventory, and marketing datasets.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FEFB05-4F4C-4D1E-81BE-499FDE40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ExcelMVP project intro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56FDA7-E40C-4DD5-93FB-695420E2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80184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C31D4E-4E4A-4E0C-A123-363BC740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E3314-1FA6-4246-85B4-E21C491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DA0C9-E013-47CA-97B1-20BD5FFD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t>DASHBOARD BUILDER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AF836-A031-434C-AD99-8199EB1A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t>The left sidebar now acts like a dashboard control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88673-FD35-4892-AB76-4796D7CF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Branding, colors, filters, AI focus, density, and layout can change the same dataset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27463-C6BB-4C2C-8AE3-4A01D267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476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659E9-EA8A-421F-8233-514796D0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t>LEFT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AFCA5-4138-4033-BC0B-13BAC846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Upload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FED85-F691-4F3E-9916-DBA6EABE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Client Branding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54C1F-0CA5-4A4F-87CB-969CDE0F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Color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4FF8B-6709-4A19-885F-7CDD4926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AI Dashboard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56810-206C-4018-B4DE-F80F5212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Chart Density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08338-B274-41FE-B003-2AE62AE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8B5CF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Filters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EEF09-3D9A-47FA-A62F-39C53CB2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7239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49C14-F51B-4977-A9E3-04649F22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955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Dashboard tab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68F2A-FF18-4017-BE34-F87DE926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90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6DC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KPI cards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0B3B7-26B9-4A50-BD89-5B2BCC5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6DC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AI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14773-0E09-4F66-B551-E4649CCB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6DC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Theme banner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2939E-31E9-4181-8B44-7B7D736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576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Prioritized charts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A7D40-936B-4AA4-AAA5-8E33A515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Pivot-backed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B759B-644C-4031-AEE8-E955B89F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102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Focus modes reorder chart emphasis for executive, sales, operations, and finance views.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FF3B9-1FE0-4883-958B-ED65A88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ExcelMVP project intro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747A0-2DDF-402A-ADB5-729FB29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07399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33FA05-86BB-454A-BA7D-F88DEF42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B9213-427A-4867-A32D-57338552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4EB6C-863D-44E0-851A-D09B3DE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AI ANALYST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276B8-3479-408E-A19E-EF01827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t>The brain turns data summaries into business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DA237-9390-4803-B87A-69BB0A61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It works offline with rules today, and can upgrade to an LLM when an API key is configured.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1A2D3-DC70-41C2-8C7B-963A8A16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AI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C5E6B-8A51-429D-B221-4E19DF2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20234-5E2E-49E0-93DD-EA1FB54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6D394-9C50-495F-8AD4-1CB04C2C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Pandas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3B573-23A2-4D1E-8DFB-8FD55178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shape, stats, top categories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3D16A-D968-4C09-8AFD-56CC9861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4C3AC-E929-4BBF-8321-91EABB0C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15355-457A-4F98-A609-230B5E4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86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Prompt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A77E8-E44E-4B6F-A09F-569D821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dataset type plus 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FB4F7-9119-4A4C-9C2D-02771C3A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F7081-9D46-4E17-8BC0-91D2C425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35339-9423-4F13-BCF7-8AF0612E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339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Insight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D52D5-7F79-47B7-8684-E363DE3C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62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LLM or rule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F8692-BBE8-41AD-BBFD-C099CA8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625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524B4-9C2C-4D50-A7B4-37DCB4AE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6250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83E1F-93DB-4A17-A941-DEF8533B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339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Business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32BAD-30A3-45F6-A09E-12FE4BE6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62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insights, risks, recommendations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57434-ABC5-4E4E-84AF-B810688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146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99118-6655-4258-A3FA-9D20C8A9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146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60CFB-D761-4B7C-A756-B6626EE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86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Dashboard brief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E815C-5F68-4053-9902-305D627E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lead insight, watch item, next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AA90E-4E4D-482E-B987-AA329273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810250"/>
            <a:ext cx="720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Output contract: dataset summary, key insights, anomalies, recommendations.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D1268-BDFA-460C-A6FE-25FEB866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ExcelMVP project intro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808EC-8F2D-41AE-8B65-6A287087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07392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78A08-97FA-48D7-BD26-FF8FFC9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579C2-B29F-48F1-95A7-D4172822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B4DF9-BE01-4123-AA04-53D4E815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t>CLIENT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E0984-22F3-4156-971E-058647F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t>The workflow ends in files clients already understand.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1A79-58B2-493F-B8C3-892BEEB0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Exports turn the dashboard analysis into reusable assets for finance, operations, and leadership reviews.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B5B16-E979-44A4-9C06-5709519D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D1AEB-58B6-4DF4-A284-7C9342A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Cleaned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4C243-71BD-4C98-A084-146B4DA8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Excel workbook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CSV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740E8-B4A7-423D-A175-2E3D7F2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Generated from the same cleaned, filtered analysis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EBE5E-4CA2-46F5-9214-881BED6F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BB802-8478-4BF5-814A-C03711AF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Analytics pack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A1DD5-0567-4A4D-A0BB-46AD568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956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summary workbook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pivot sheets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848E4-E3F3-49F5-A5D7-CAE9B641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14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Generated from the same cleaned, filtered analysis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BA5BE-BA77-4647-A111-3B54A89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F0DF8-A0F7-4F32-9999-E3AE4F6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Executive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9A6B3-42B5-46C5-BCB1-118A62E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956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branded PDF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chart images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37E5B-64D9-4E89-9568-E70A5428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Generated from the same cleaned, filtered analysis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26B5E-3403-47EA-AC20-419266F6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455A4-087C-4D7D-BD8B-27594BC2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9A2D0-BB4A-44CB-8EA9-F371316D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956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PowerPoint deck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client-ready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D67A6-8751-433C-A9DE-E4103745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Generated from the same cleaned, filtered analysis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9125F-C307-4302-AD72-CB0486D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Positioning: sell the project as a repeatable reporting service, not a one-off Excel clean-up task.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77C68-92E3-4727-A159-83E68ED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ExcelMVP project intro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E3ACE-99A8-4CF2-B994-4601958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52676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E41CD-5B7E-49AC-92C0-405FA0E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346F-F28B-4EE7-806E-B8BDF02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B2809-BC30-4649-A6E9-C92B8E18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BRAINSTORMING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538CA-841B-4F33-AA21-0CA865DA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t>Next phases make the MVP more intelligent and easier to sell.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A3B13-FACB-408E-A6A4-840B1D08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The roadmap moves from working analytics to reusable client-specific reporting packages.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05EF9-4AEE-43E7-8D68-2725491D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9EC32-7AED-42F0-A6B3-6FCC499B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8C442-3062-4D77-AA18-0A245A0A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Core automation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E0241-6704-493F-B485-0ECCD617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Applied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DD1F0-0C2A-4E87-ADA1-6D0938C0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67746-5E37-4DF9-8923-8E3D02AF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B829E-E9C3-4FDB-B359-E66FBB76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004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Dynamic dashboard builder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1C73B-1101-443C-94CA-0B336CFF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57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5B2C-58FF-4934-9FA8-2F3218D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CED21-9B7C-4983-94CB-AD8022CF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57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10E08-4DD7-4068-9F42-4369E3F4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004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AI analyst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878A6-1523-4E95-9612-CAD62873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57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7F26D-55D3-485A-A587-BCF5AAD2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CD02A-74F9-4DB0-98F5-78437869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Phase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67364-14D5-4486-BEC1-B6A6E48B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004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Macro-style workflows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5AF0D-7008-43D0-90DF-78A36D4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57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C092A-3EF2-4DF1-B924-82C4379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3AD53-D084-489D-AE57-D6CC56EE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Phase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1C244-D434-4C91-B2BB-80B69CE3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04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Client delivery polish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CB7F5-F5C9-4584-B52F-5D28632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57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5870F-5FDC-489A-B784-D69B5BC1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Brainstorm 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6A161-9ED9-4864-A3DC-57459B3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292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Ask this dataset chat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62F090-1739-44E5-86B0-8D44776B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saved client themes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984DE-096F-44F8-811D-85CA2187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monthly refresh templates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A018C-B38E-4B9C-9AAE-D1D8C241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292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native Excel/VBA button stubs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F82F2-FC5B-4B05-970A-7DFC74C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portfolio demo datasets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E95C8B-99BE-4799-8A07-29D1BA99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ExcelMVP project intro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A4F9DD-AA38-4D17-9CAE-BEB85A5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F7F4EE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20023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5F01E-28F3-4713-8BA0-D7E780BF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FFE43-653F-47F8-A408-E285F5E0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t>Next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FED37-5DA7-49F1-9876-395ACDEC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Turn ExcelMVP into a packaged reporting offer.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7C8B0-D236-4095-87E3-6559FB2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647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t>The product is already usable: upload, clean, analyze, dashboard, generate insights, export. The strongest next step is productizing repeatable client workflows.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B2F3C-C3E3-4343-87A7-DCC99037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811BC-B0DA-401B-BF9D-B15123F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Demo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13651-6FB7-41C7-B2A7-9957D72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Create one clean sales sample for walkthroughs.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06666-8324-42A2-9B78-B2C4EC17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CD58E-FF67-43B6-B2C3-25F5183A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Client presets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7D58C-9787-41A5-B459-D99CB063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Save theme, logo, report mode, and focus.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2484A-052B-4281-83AC-592E96A4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B2EF6-09E4-4ADE-AF38-C4D27FA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AI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0BF38-1C13-45D2-9AAF-E89FCDB7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863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Let users ask follow-up questions about the uploaded 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AA51D-DEF4-4EE2-A2F8-CA6EFC62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72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257D8-BF82-44EC-8300-DE0A2A62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530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Service packaging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71B34-246B-44D9-80FD-F906CD67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Offer monthly dashboards plus PDF/PPT exports.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FE9A9-4124-4A79-8CEE-7BFC617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Built from D:\excelMVP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52ECD-CED5-4619-A148-98A79DF3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9724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2026-06-14T02:34:05.4260000Z</dcterms:created>
  <dcterms:modified xsi:type="dcterms:W3CDTF">2026-06-14T02:34:05.4260000Z</dcterms:modified>
</coreProperties>
</file>